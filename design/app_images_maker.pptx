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31"/>
  </p:normalViewPr>
  <p:slideViewPr>
    <p:cSldViewPr snapToGrid="0">
      <p:cViewPr>
        <p:scale>
          <a:sx n="149" d="100"/>
          <a:sy n="149" d="100"/>
        </p:scale>
        <p:origin x="-960" y="-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6A7D-369F-C234-6E23-AF4CADA47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ED99F-D0E1-2682-BE90-A61EA4FFC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52FB-CE9E-5917-0227-F4D8F239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EE88E-2277-F05E-34CE-21B177F7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7D502-E395-2B56-1119-05A13003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1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BD3A-1D5A-F72B-F370-BEE8A45E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B5C2-043F-6F61-948C-863D485A6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F166E-E990-A695-D11D-4AC64002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DBD46-92EF-127A-9666-5E71F1E4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99D0C-EA83-1AC4-A937-4DC75AC2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2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7F45-4528-880C-E2B3-B660568B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FB1A3-77BA-2225-778B-48A4B54A6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68B4-4104-DA47-352C-BD9B8FC0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D6670-70D3-2178-AEED-4C35B0BE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DCD4A-9068-617E-BB38-318AB1D2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084B-26C9-F3E0-8355-1D939530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9B773-DD77-FAE7-5CA0-F2C6CF479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63EEF-18E4-E290-E206-99CED3BE4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AED4F-A963-643D-FB41-0BA93B1B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29C36-70A0-0A21-FDAC-492F789B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791BD-C73B-647E-1D79-4F4DB15F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08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5446-C26D-E174-2C8D-94355772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09FFC-E4EF-0372-EB55-021F5D73A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161B0-7592-503E-E5DD-C6C97E5BD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A4EA0-188B-9D8E-8EFF-49C9EE26E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780BC-00C2-ACA3-0808-FAB499393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AF17C2-539F-84CD-A64F-A66FA8BB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78AD7-5FDE-BC11-F4D6-D3EB4B71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875078-D646-8CDB-6366-62055AEA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5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7994-9DD8-C037-27B8-6E3C8108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D8CA6-6944-D90F-19DD-4E52B0A88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DB924-56B5-5DA7-C8C0-6DC3BF6C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9792F-F0CC-77B3-D505-4C5231FE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5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CF6CB-B895-0224-F142-79CE790D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9B0D6-B980-AACF-9ED2-1CF6656F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9A879-6B10-52BB-623D-BC5E6912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5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E152-7F30-8C5A-0CD9-DB5A9FA4B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B50F8-6557-B5AE-C99D-08C0471CC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1BEF4-2611-D5FA-761D-A4B20AEDE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5C590-C027-8DED-0BED-0001BC2C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2F01-BB9F-D82A-FF1B-D64805F0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B1FEF-B799-4635-7DD6-10DD305B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25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5022-DB8A-10DD-307A-F1C2CD70B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1A700-1640-50A6-0211-0434D1E24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354CC-E303-4D69-3779-654358B97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28F4F-40F2-88B4-C53B-22A82051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0242B-4909-27FC-49EE-A53AAB9D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B053B-910E-C833-EA06-C14CD9B4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48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2372-D91C-159F-A684-4D81B3C6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433E4-54D2-E421-157B-1616A2E05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E6BD1-1DC5-CB98-96A3-69A9C665C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07FF0-2759-DD91-E09C-47806B4AF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C26B5-73AC-C4D4-7903-B8A16E16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3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7E3A89-3323-D392-EF19-644194BAF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15CE6-DD53-6B76-93C4-C59CA7705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9002F-5F9E-B7E7-6F95-83724E66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241EA-A714-41F5-46CA-162DCFE3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0BEC-D231-2F77-A841-F474A4AA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8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73D39F-DAF0-4516-694E-C4F34778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4F449-90B4-C183-BD5C-820BD60CD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33B39-3315-CB05-5B98-5E07B8952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74A34-A4F5-4740-9EE2-019207E3C93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F6F80-427F-9847-FFBF-490F2ECE5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8E5B2-D13D-C585-3846-93EA3A78F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A2D1E-223C-C94F-9E9A-C633D2C2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8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FD4AD07-B476-F0CC-6DB1-EA3EA15B8BFB}"/>
              </a:ext>
            </a:extLst>
          </p:cNvPr>
          <p:cNvGrpSpPr/>
          <p:nvPr/>
        </p:nvGrpSpPr>
        <p:grpSpPr>
          <a:xfrm>
            <a:off x="1596571" y="1190171"/>
            <a:ext cx="6662058" cy="4339772"/>
            <a:chOff x="1596571" y="1190171"/>
            <a:chExt cx="6662058" cy="433977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A4CC44B-CA4E-3103-454D-4610C4A0D5F8}"/>
                </a:ext>
              </a:extLst>
            </p:cNvPr>
            <p:cNvSpPr/>
            <p:nvPr/>
          </p:nvSpPr>
          <p:spPr>
            <a:xfrm>
              <a:off x="1596571" y="1190171"/>
              <a:ext cx="6662058" cy="4339772"/>
            </a:xfrm>
            <a:prstGeom prst="rect">
              <a:avLst/>
            </a:prstGeom>
            <a:gradFill flip="none" rotWithShape="1">
              <a:gsLst>
                <a:gs pos="0">
                  <a:srgbClr val="002060"/>
                </a:gs>
                <a:gs pos="100000">
                  <a:schemeClr val="tx2">
                    <a:lumMod val="25000"/>
                    <a:lumOff val="75000"/>
                  </a:schemeClr>
                </a:gs>
                <a:gs pos="51000">
                  <a:schemeClr val="tx2">
                    <a:lumMod val="75000"/>
                    <a:lumOff val="25000"/>
                  </a:schemeClr>
                </a:gs>
              </a:gsLst>
              <a:lin ang="18000000" scaled="0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7C25261-E22C-000A-2A27-B0ABEBCBB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4777" y="1190171"/>
              <a:ext cx="4051300" cy="35179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1E57BD-BCAD-84C8-0821-845F4F21DB74}"/>
                </a:ext>
              </a:extLst>
            </p:cNvPr>
            <p:cNvSpPr txBox="1"/>
            <p:nvPr/>
          </p:nvSpPr>
          <p:spPr>
            <a:xfrm>
              <a:off x="1922804" y="1546788"/>
              <a:ext cx="250391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Maxwell</a:t>
              </a:r>
            </a:p>
            <a:p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Bloch</a:t>
              </a:r>
            </a:p>
            <a:p>
              <a:r>
                <a:rPr 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Solver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483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AFF9-443D-571B-06BD-7AF2CA23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752DF65-53E8-CB63-4556-4255EBDDB8C1}"/>
              </a:ext>
            </a:extLst>
          </p:cNvPr>
          <p:cNvGrpSpPr/>
          <p:nvPr/>
        </p:nvGrpSpPr>
        <p:grpSpPr>
          <a:xfrm>
            <a:off x="2615013" y="1275629"/>
            <a:ext cx="4250651" cy="3689478"/>
            <a:chOff x="4007977" y="1190171"/>
            <a:chExt cx="4250651" cy="368947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CAED6F-1159-7672-D6EC-F9B4940891A1}"/>
                </a:ext>
              </a:extLst>
            </p:cNvPr>
            <p:cNvSpPr/>
            <p:nvPr/>
          </p:nvSpPr>
          <p:spPr>
            <a:xfrm>
              <a:off x="4007977" y="1190171"/>
              <a:ext cx="4250651" cy="3689478"/>
            </a:xfrm>
            <a:prstGeom prst="rect">
              <a:avLst/>
            </a:prstGeom>
            <a:gradFill flip="none" rotWithShape="1">
              <a:gsLst>
                <a:gs pos="0">
                  <a:srgbClr val="002060"/>
                </a:gs>
                <a:gs pos="100000">
                  <a:schemeClr val="tx2">
                    <a:lumMod val="25000"/>
                    <a:lumOff val="75000"/>
                  </a:schemeClr>
                </a:gs>
                <a:gs pos="51000">
                  <a:schemeClr val="tx2">
                    <a:lumMod val="75000"/>
                    <a:lumOff val="25000"/>
                  </a:schemeClr>
                </a:gs>
              </a:gsLst>
              <a:lin ang="18000000" scaled="0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B2790C4-A9D8-3BC3-23C3-EA373F872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4777" y="1190171"/>
              <a:ext cx="4051300" cy="3517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3052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Vahid Anari</dc:creator>
  <cp:lastModifiedBy>Vahid Anari</cp:lastModifiedBy>
  <cp:revision>1</cp:revision>
  <dcterms:created xsi:type="dcterms:W3CDTF">2025-12-15T02:53:55Z</dcterms:created>
  <dcterms:modified xsi:type="dcterms:W3CDTF">2025-12-15T03:35:00Z</dcterms:modified>
</cp:coreProperties>
</file>